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9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54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98F28F-239B-CEEA-AE64-D082B6590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B641366-E83C-F943-D5BD-25258094D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36D52D-9789-6FB2-3061-45B584F6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20EE1C-31C5-A0F8-5FCC-8C9072D5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E591D3-5C58-4CEA-2875-0607B60F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664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3F58F-E323-B3AE-9562-8363775E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E0D055-B01D-4B3D-4C03-766B7DF5D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B705A2-74AC-D155-3EA3-038C8389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46DD21-FB4F-6B22-071F-555B2C05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3CB381-6391-E70B-0479-9179A9D5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621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4BCFE-3BB8-1A74-EB4D-AB21A224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D2BF7B-FFA4-CBE6-0C8E-EA0A57D60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43B31A-A279-C044-217D-630329455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EB53C6-4E39-2384-AADA-F98E5ECD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1D0288-E8E3-D362-C407-E53A6F35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00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B2CEF-082E-4592-0775-64E30CB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BB1AF4-6758-71F3-7AAB-CE659E1FA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CBA6C1-F3C8-CDE0-FFCB-23154E753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8640A5-35C5-81F4-4560-2A54268E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628743-64B9-E19F-D80C-C1A1FFB6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F46A7D-56CE-9C81-A88C-E464BA40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49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CBAFD6-1ED7-7FEC-1FD8-30C13C54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B17886-3B12-DC30-F71E-67CD56BC0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6FF621-7D48-0ECF-5BF4-E59608B97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60B7E9C-FBB5-C0B7-F618-78CBE70EA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E65BEAA-EAB4-8A5C-0EA9-86E3E3FC4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F06B971-23CF-6C27-6C25-0436BF32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DD3AE0-BDE5-A66F-C8C1-708CC40A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611132-2EAB-24C0-3349-109B8436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481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3E00C-3766-8AFC-0AA1-EB7A1D3A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5D9AFF-1242-12D8-97BD-99EA53FA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5C310D-1BCB-1433-4DCD-58D2AF1D6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77A0AB-40B4-3015-B840-89C26F43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064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4D31B65-BAB8-89E3-DCEF-BF8A0B8A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B21AFB-B880-1A0B-7D33-F50B6AEE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530BCC-89C2-98B1-9FA1-6F8A6771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22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CDB8AD-6407-6308-897D-F12D8D5E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3F88A8-2400-32AC-3351-F7E86C763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7F2C147-7995-CBAE-1956-F8746ADAC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A5DECB-9544-565D-E452-1CAC4F59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2F2E5A-BCD2-9C8F-FD01-0FED16B9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24E643-3525-A239-D44B-2F085E2C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56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BAC19-F43E-FF4C-C458-346FBE79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50E05D9-0D6B-D8FB-2C76-1DF90AF77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C2BE17-31E6-9273-C836-F800CCAC7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620D75-90E6-4C2F-6471-582909AD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B15067-FE62-AD91-7FCF-A4ABBA11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DD1D7-C15D-DD5E-911C-CD4D2382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45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77012-A7DD-33F3-EF6D-2FB4E19C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C58EFB-E0AD-AC36-0369-4B4BB6746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962D3B-E613-9658-755A-0415B206F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C8F16C-3C32-D6F1-0B92-74E29F2C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14D648-49BD-EACF-EAA9-753ECBAA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37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65EF4B0-2F77-DD6D-6D48-3D23A09FF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71AF5A-B879-AD9C-FA53-98E993ECB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830C0-A421-25BB-A8D7-DA7657165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F6AB3F-B499-02B8-B768-DDCED0A9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84C3A-D029-F0CE-1F1E-E9D2ADC4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38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032C607-9D30-4381-85D7-B1D6330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123B03-122E-CFB4-5321-273B2CDA9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DFC909-6FBF-117E-DDFF-FE99EF1EB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C472-797B-467A-BD2D-5DB793B02625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FB1B48-7870-A96F-2811-AFE3E58CB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147C6C-94F6-9C2D-CA85-75EBE7AEF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58810-8000-48BE-9252-027A043DE3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512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21603-DBD5-85B5-D362-B7332D00A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669F11-87D5-41F0-CB46-4E1D96A4D6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13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k.-p. blaser</dc:creator>
  <cp:lastModifiedBy>k.-p. blaser</cp:lastModifiedBy>
  <cp:revision>1</cp:revision>
  <dcterms:created xsi:type="dcterms:W3CDTF">2026-01-28T17:13:37Z</dcterms:created>
  <dcterms:modified xsi:type="dcterms:W3CDTF">2026-01-28T17:14:37Z</dcterms:modified>
</cp:coreProperties>
</file>